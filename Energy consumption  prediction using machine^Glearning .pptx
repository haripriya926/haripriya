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notesMasterIdLst>
    <p:notesMasterId r:id="rId14"/>
  </p:notesMasterIdLst>
  <p:sldIdLst>
    <p:sldId id="270" r:id="rId2"/>
    <p:sldId id="268" r:id="rId3"/>
    <p:sldId id="257" r:id="rId4"/>
    <p:sldId id="269" r:id="rId5"/>
    <p:sldId id="259" r:id="rId6"/>
    <p:sldId id="260" r:id="rId7"/>
    <p:sldId id="261" r:id="rId8"/>
    <p:sldId id="263" r:id="rId9"/>
    <p:sldId id="262" r:id="rId10"/>
    <p:sldId id="264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A375A1-2D42-451D-AD50-71F707C4FDE3}" v="105" dt="2025-05-01T09:57:48.4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26" Type="http://schemas.microsoft.com/office/2015/10/relationships/revisionInfo" Target="revisionInfo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20" Type="http://customschemas.google.com/relationships/presentationmetadata" Target="metadata"/><Relationship Id="rId225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hariharan k" userId="f994338db74732da" providerId="LiveId" clId="{0BA375A1-2D42-451D-AD50-71F707C4FDE3}"/>
    <pc:docChg chg="undo custSel addSld delSld modSld sldOrd">
      <pc:chgData name="saihariharan k" userId="f994338db74732da" providerId="LiveId" clId="{0BA375A1-2D42-451D-AD50-71F707C4FDE3}" dt="2025-05-01T10:03:17.457" v="1389" actId="255"/>
      <pc:docMkLst>
        <pc:docMk/>
      </pc:docMkLst>
      <pc:sldChg chg="del">
        <pc:chgData name="saihariharan k" userId="f994338db74732da" providerId="LiveId" clId="{0BA375A1-2D42-451D-AD50-71F707C4FDE3}" dt="2025-05-01T08:17:19.053" v="3" actId="2696"/>
        <pc:sldMkLst>
          <pc:docMk/>
          <pc:sldMk cId="367127615" sldId="256"/>
        </pc:sldMkLst>
      </pc:sldChg>
      <pc:sldChg chg="del">
        <pc:chgData name="saihariharan k" userId="f994338db74732da" providerId="LiveId" clId="{0BA375A1-2D42-451D-AD50-71F707C4FDE3}" dt="2025-05-01T08:17:04.985" v="2" actId="2696"/>
        <pc:sldMkLst>
          <pc:docMk/>
          <pc:sldMk cId="564571264" sldId="258"/>
        </pc:sldMkLst>
      </pc:sldChg>
      <pc:sldChg chg="addSp modSp mod">
        <pc:chgData name="saihariharan k" userId="f994338db74732da" providerId="LiveId" clId="{0BA375A1-2D42-451D-AD50-71F707C4FDE3}" dt="2025-05-01T08:22:52.561" v="531" actId="14100"/>
        <pc:sldMkLst>
          <pc:docMk/>
          <pc:sldMk cId="2706790016" sldId="259"/>
        </pc:sldMkLst>
        <pc:spChg chg="add mod">
          <ac:chgData name="saihariharan k" userId="f994338db74732da" providerId="LiveId" clId="{0BA375A1-2D42-451D-AD50-71F707C4FDE3}" dt="2025-05-01T08:22:52.561" v="531" actId="14100"/>
          <ac:spMkLst>
            <pc:docMk/>
            <pc:sldMk cId="2706790016" sldId="259"/>
            <ac:spMk id="2" creationId="{845217CA-ACD2-6C24-40C4-B9EC6EA81476}"/>
          </ac:spMkLst>
        </pc:spChg>
        <pc:spChg chg="mod">
          <ac:chgData name="saihariharan k" userId="f994338db74732da" providerId="LiveId" clId="{0BA375A1-2D42-451D-AD50-71F707C4FDE3}" dt="2025-05-01T08:20:01.785" v="10" actId="1076"/>
          <ac:spMkLst>
            <pc:docMk/>
            <pc:sldMk cId="2706790016" sldId="259"/>
            <ac:spMk id="3" creationId="{2361D872-7EC7-439F-A588-B1D90CB7A92F}"/>
          </ac:spMkLst>
        </pc:spChg>
        <pc:spChg chg="add mod">
          <ac:chgData name="saihariharan k" userId="f994338db74732da" providerId="LiveId" clId="{0BA375A1-2D42-451D-AD50-71F707C4FDE3}" dt="2025-05-01T08:21:17.836" v="505" actId="1076"/>
          <ac:spMkLst>
            <pc:docMk/>
            <pc:sldMk cId="2706790016" sldId="259"/>
            <ac:spMk id="4" creationId="{890F6165-DEDE-9EEE-9076-9152128F8B91}"/>
          </ac:spMkLst>
        </pc:spChg>
      </pc:sldChg>
      <pc:sldChg chg="addSp modSp mod">
        <pc:chgData name="saihariharan k" userId="f994338db74732da" providerId="LiveId" clId="{0BA375A1-2D42-451D-AD50-71F707C4FDE3}" dt="2025-05-01T08:29:33.825" v="558" actId="14100"/>
        <pc:sldMkLst>
          <pc:docMk/>
          <pc:sldMk cId="31965923" sldId="260"/>
        </pc:sldMkLst>
        <pc:spChg chg="add mod">
          <ac:chgData name="saihariharan k" userId="f994338db74732da" providerId="LiveId" clId="{0BA375A1-2D42-451D-AD50-71F707C4FDE3}" dt="2025-05-01T08:29:33.825" v="558" actId="14100"/>
          <ac:spMkLst>
            <pc:docMk/>
            <pc:sldMk cId="31965923" sldId="260"/>
            <ac:spMk id="2" creationId="{AE07E8E4-B9F8-B028-1FDA-79E5B98D2C67}"/>
          </ac:spMkLst>
        </pc:spChg>
      </pc:sldChg>
      <pc:sldChg chg="addSp modSp mod">
        <pc:chgData name="saihariharan k" userId="f994338db74732da" providerId="LiveId" clId="{0BA375A1-2D42-451D-AD50-71F707C4FDE3}" dt="2025-05-01T08:29:39.924" v="559" actId="14100"/>
        <pc:sldMkLst>
          <pc:docMk/>
          <pc:sldMk cId="3002968868" sldId="261"/>
        </pc:sldMkLst>
        <pc:spChg chg="add mod">
          <ac:chgData name="saihariharan k" userId="f994338db74732da" providerId="LiveId" clId="{0BA375A1-2D42-451D-AD50-71F707C4FDE3}" dt="2025-05-01T08:29:39.924" v="559" actId="14100"/>
          <ac:spMkLst>
            <pc:docMk/>
            <pc:sldMk cId="3002968868" sldId="261"/>
            <ac:spMk id="2" creationId="{9FC259C1-51E3-C2DD-880A-39CCC6F3DBAB}"/>
          </ac:spMkLst>
        </pc:spChg>
      </pc:sldChg>
      <pc:sldChg chg="addSp modSp mod">
        <pc:chgData name="saihariharan k" userId="f994338db74732da" providerId="LiveId" clId="{0BA375A1-2D42-451D-AD50-71F707C4FDE3}" dt="2025-05-01T08:34:20.199" v="586" actId="20577"/>
        <pc:sldMkLst>
          <pc:docMk/>
          <pc:sldMk cId="151988358" sldId="262"/>
        </pc:sldMkLst>
        <pc:spChg chg="add mod">
          <ac:chgData name="saihariharan k" userId="f994338db74732da" providerId="LiveId" clId="{0BA375A1-2D42-451D-AD50-71F707C4FDE3}" dt="2025-05-01T08:34:20.199" v="586" actId="20577"/>
          <ac:spMkLst>
            <pc:docMk/>
            <pc:sldMk cId="151988358" sldId="262"/>
            <ac:spMk id="2" creationId="{BA02B224-56BB-CF29-8EC6-693F1CEB50B0}"/>
          </ac:spMkLst>
        </pc:spChg>
      </pc:sldChg>
      <pc:sldChg chg="addSp modSp mod">
        <pc:chgData name="saihariharan k" userId="f994338db74732da" providerId="LiveId" clId="{0BA375A1-2D42-451D-AD50-71F707C4FDE3}" dt="2025-05-01T08:32:28.311" v="571" actId="14100"/>
        <pc:sldMkLst>
          <pc:docMk/>
          <pc:sldMk cId="1635949419" sldId="263"/>
        </pc:sldMkLst>
        <pc:spChg chg="add mod">
          <ac:chgData name="saihariharan k" userId="f994338db74732da" providerId="LiveId" clId="{0BA375A1-2D42-451D-AD50-71F707C4FDE3}" dt="2025-05-01T08:32:28.311" v="571" actId="14100"/>
          <ac:spMkLst>
            <pc:docMk/>
            <pc:sldMk cId="1635949419" sldId="263"/>
            <ac:spMk id="2" creationId="{CA5B25ED-40B7-9CC4-CC41-053CF9015F73}"/>
          </ac:spMkLst>
        </pc:spChg>
      </pc:sldChg>
      <pc:sldChg chg="addSp modSp mod">
        <pc:chgData name="saihariharan k" userId="f994338db74732da" providerId="LiveId" clId="{0BA375A1-2D42-451D-AD50-71F707C4FDE3}" dt="2025-05-01T09:19:41.438" v="620" actId="1076"/>
        <pc:sldMkLst>
          <pc:docMk/>
          <pc:sldMk cId="157803295" sldId="264"/>
        </pc:sldMkLst>
        <pc:spChg chg="add mod">
          <ac:chgData name="saihariharan k" userId="f994338db74732da" providerId="LiveId" clId="{0BA375A1-2D42-451D-AD50-71F707C4FDE3}" dt="2025-05-01T09:16:22.068" v="597" actId="14100"/>
          <ac:spMkLst>
            <pc:docMk/>
            <pc:sldMk cId="157803295" sldId="264"/>
            <ac:spMk id="5" creationId="{832473C3-BB53-05EB-5903-48A6778F1EEF}"/>
          </ac:spMkLst>
        </pc:spChg>
        <pc:spChg chg="add">
          <ac:chgData name="saihariharan k" userId="f994338db74732da" providerId="LiveId" clId="{0BA375A1-2D42-451D-AD50-71F707C4FDE3}" dt="2025-05-01T09:16:40.142" v="598"/>
          <ac:spMkLst>
            <pc:docMk/>
            <pc:sldMk cId="157803295" sldId="264"/>
            <ac:spMk id="6" creationId="{FD5A6D32-E6F4-4FEA-2FEE-0B2742EB884C}"/>
          </ac:spMkLst>
        </pc:spChg>
        <pc:spChg chg="add">
          <ac:chgData name="saihariharan k" userId="f994338db74732da" providerId="LiveId" clId="{0BA375A1-2D42-451D-AD50-71F707C4FDE3}" dt="2025-05-01T09:16:47.927" v="599"/>
          <ac:spMkLst>
            <pc:docMk/>
            <pc:sldMk cId="157803295" sldId="264"/>
            <ac:spMk id="7" creationId="{53EC6F1D-6FE4-1309-1261-DD0F90CDC754}"/>
          </ac:spMkLst>
        </pc:spChg>
        <pc:picChg chg="add mod">
          <ac:chgData name="saihariharan k" userId="f994338db74732da" providerId="LiveId" clId="{0BA375A1-2D42-451D-AD50-71F707C4FDE3}" dt="2025-05-01T09:19:27.291" v="617" actId="14861"/>
          <ac:picMkLst>
            <pc:docMk/>
            <pc:sldMk cId="157803295" sldId="264"/>
            <ac:picMk id="4" creationId="{88426FB0-B18D-02E7-77FC-592D658A3770}"/>
          </ac:picMkLst>
        </pc:picChg>
        <pc:picChg chg="add mod">
          <ac:chgData name="saihariharan k" userId="f994338db74732da" providerId="LiveId" clId="{0BA375A1-2D42-451D-AD50-71F707C4FDE3}" dt="2025-05-01T09:19:41.438" v="620" actId="1076"/>
          <ac:picMkLst>
            <pc:docMk/>
            <pc:sldMk cId="157803295" sldId="264"/>
            <ac:picMk id="8" creationId="{F0C1A099-665C-68A4-6119-67A3A53798B5}"/>
          </ac:picMkLst>
        </pc:picChg>
      </pc:sldChg>
      <pc:sldChg chg="addSp modSp mod">
        <pc:chgData name="saihariharan k" userId="f994338db74732da" providerId="LiveId" clId="{0BA375A1-2D42-451D-AD50-71F707C4FDE3}" dt="2025-05-01T09:22:46.146" v="633" actId="1076"/>
        <pc:sldMkLst>
          <pc:docMk/>
          <pc:sldMk cId="2472835671" sldId="265"/>
        </pc:sldMkLst>
        <pc:spChg chg="add mod">
          <ac:chgData name="saihariharan k" userId="f994338db74732da" providerId="LiveId" clId="{0BA375A1-2D42-451D-AD50-71F707C4FDE3}" dt="2025-05-01T09:22:46.146" v="633" actId="1076"/>
          <ac:spMkLst>
            <pc:docMk/>
            <pc:sldMk cId="2472835671" sldId="265"/>
            <ac:spMk id="2" creationId="{379EEA82-B99F-8149-E246-897FC0FB0494}"/>
          </ac:spMkLst>
        </pc:spChg>
      </pc:sldChg>
      <pc:sldChg chg="addSp modSp mod">
        <pc:chgData name="saihariharan k" userId="f994338db74732da" providerId="LiveId" clId="{0BA375A1-2D42-451D-AD50-71F707C4FDE3}" dt="2025-05-01T09:25:41.308" v="644" actId="1076"/>
        <pc:sldMkLst>
          <pc:docMk/>
          <pc:sldMk cId="3998958607" sldId="266"/>
        </pc:sldMkLst>
        <pc:spChg chg="add mod">
          <ac:chgData name="saihariharan k" userId="f994338db74732da" providerId="LiveId" clId="{0BA375A1-2D42-451D-AD50-71F707C4FDE3}" dt="2025-05-01T09:25:41.308" v="644" actId="1076"/>
          <ac:spMkLst>
            <pc:docMk/>
            <pc:sldMk cId="3998958607" sldId="266"/>
            <ac:spMk id="2" creationId="{78AFCCFC-D81F-C259-FBAB-7B5446FEEF53}"/>
          </ac:spMkLst>
        </pc:spChg>
      </pc:sldChg>
      <pc:sldChg chg="add ord">
        <pc:chgData name="saihariharan k" userId="f994338db74732da" providerId="LiveId" clId="{0BA375A1-2D42-451D-AD50-71F707C4FDE3}" dt="2025-05-01T08:17:30.899" v="8"/>
        <pc:sldMkLst>
          <pc:docMk/>
          <pc:sldMk cId="3145614277" sldId="268"/>
        </pc:sldMkLst>
      </pc:sldChg>
      <pc:sldChg chg="add">
        <pc:chgData name="saihariharan k" userId="f994338db74732da" providerId="LiveId" clId="{0BA375A1-2D42-451D-AD50-71F707C4FDE3}" dt="2025-05-01T08:16:39.322" v="1"/>
        <pc:sldMkLst>
          <pc:docMk/>
          <pc:sldMk cId="364508567" sldId="269"/>
        </pc:sldMkLst>
      </pc:sldChg>
      <pc:sldChg chg="addSp delSp modSp new mod">
        <pc:chgData name="saihariharan k" userId="f994338db74732da" providerId="LiveId" clId="{0BA375A1-2D42-451D-AD50-71F707C4FDE3}" dt="2025-05-01T10:03:17.457" v="1389" actId="255"/>
        <pc:sldMkLst>
          <pc:docMk/>
          <pc:sldMk cId="2964049586" sldId="270"/>
        </pc:sldMkLst>
        <pc:spChg chg="add">
          <ac:chgData name="saihariharan k" userId="f994338db74732da" providerId="LiveId" clId="{0BA375A1-2D42-451D-AD50-71F707C4FDE3}" dt="2025-05-01T09:34:35.325" v="648"/>
          <ac:spMkLst>
            <pc:docMk/>
            <pc:sldMk cId="2964049586" sldId="270"/>
            <ac:spMk id="2" creationId="{3360AE39-0059-566F-B539-745747EBACFD}"/>
          </ac:spMkLst>
        </pc:spChg>
        <pc:spChg chg="add">
          <ac:chgData name="saihariharan k" userId="f994338db74732da" providerId="LiveId" clId="{0BA375A1-2D42-451D-AD50-71F707C4FDE3}" dt="2025-05-01T09:39:49.458" v="652"/>
          <ac:spMkLst>
            <pc:docMk/>
            <pc:sldMk cId="2964049586" sldId="270"/>
            <ac:spMk id="4" creationId="{265098AE-4F9A-44A5-9CF1-6348EDD0D45A}"/>
          </ac:spMkLst>
        </pc:spChg>
        <pc:spChg chg="add mod">
          <ac:chgData name="saihariharan k" userId="f994338db74732da" providerId="LiveId" clId="{0BA375A1-2D42-451D-AD50-71F707C4FDE3}" dt="2025-05-01T09:44:57.969" v="826" actId="1076"/>
          <ac:spMkLst>
            <pc:docMk/>
            <pc:sldMk cId="2964049586" sldId="270"/>
            <ac:spMk id="6" creationId="{62FECC23-7047-A53E-CC69-AB8240603F80}"/>
          </ac:spMkLst>
        </pc:spChg>
        <pc:spChg chg="add mod">
          <ac:chgData name="saihariharan k" userId="f994338db74732da" providerId="LiveId" clId="{0BA375A1-2D42-451D-AD50-71F707C4FDE3}" dt="2025-05-01T10:03:17.457" v="1389" actId="255"/>
          <ac:spMkLst>
            <pc:docMk/>
            <pc:sldMk cId="2964049586" sldId="270"/>
            <ac:spMk id="7" creationId="{23D89FE8-CC30-FEB5-4104-4B51D038FF4B}"/>
          </ac:spMkLst>
        </pc:spChg>
        <pc:spChg chg="add mod">
          <ac:chgData name="saihariharan k" userId="f994338db74732da" providerId="LiveId" clId="{0BA375A1-2D42-451D-AD50-71F707C4FDE3}" dt="2025-05-01T10:02:45.803" v="1387" actId="1076"/>
          <ac:spMkLst>
            <pc:docMk/>
            <pc:sldMk cId="2964049586" sldId="270"/>
            <ac:spMk id="8" creationId="{843A3A7F-AFF9-B5AC-94B2-06C16DB703FB}"/>
          </ac:spMkLst>
        </pc:spChg>
        <pc:spChg chg="add del mod">
          <ac:chgData name="saihariharan k" userId="f994338db74732da" providerId="LiveId" clId="{0BA375A1-2D42-451D-AD50-71F707C4FDE3}" dt="2025-05-01T09:57:13.744" v="1218"/>
          <ac:spMkLst>
            <pc:docMk/>
            <pc:sldMk cId="2964049586" sldId="270"/>
            <ac:spMk id="9" creationId="{5A594573-559B-AC48-5212-6B08FE1ED3D4}"/>
          </ac:spMkLst>
        </pc:spChg>
        <pc:spChg chg="add mod">
          <ac:chgData name="saihariharan k" userId="f994338db74732da" providerId="LiveId" clId="{0BA375A1-2D42-451D-AD50-71F707C4FDE3}" dt="2025-05-01T10:01:55.960" v="1382" actId="1076"/>
          <ac:spMkLst>
            <pc:docMk/>
            <pc:sldMk cId="2964049586" sldId="270"/>
            <ac:spMk id="10" creationId="{8F1EE167-B07B-3BCD-7369-1A40BFB5A655}"/>
          </ac:spMkLst>
        </pc:spChg>
        <pc:picChg chg="add mod">
          <ac:chgData name="saihariharan k" userId="f994338db74732da" providerId="LiveId" clId="{0BA375A1-2D42-451D-AD50-71F707C4FDE3}" dt="2025-05-01T09:35:07.442" v="651" actId="1076"/>
          <ac:picMkLst>
            <pc:docMk/>
            <pc:sldMk cId="2964049586" sldId="270"/>
            <ac:picMk id="3" creationId="{CD817258-7868-EA92-66BE-87243452D52D}"/>
          </ac:picMkLst>
        </pc:picChg>
        <pc:picChg chg="add mod">
          <ac:chgData name="saihariharan k" userId="f994338db74732da" providerId="LiveId" clId="{0BA375A1-2D42-451D-AD50-71F707C4FDE3}" dt="2025-05-01T10:02:55.189" v="1388" actId="1076"/>
          <ac:picMkLst>
            <pc:docMk/>
            <pc:sldMk cId="2964049586" sldId="270"/>
            <ac:picMk id="5" creationId="{DD363D1E-DF69-7B97-1A92-492E3DE661EB}"/>
          </ac:picMkLst>
        </pc:picChg>
        <pc:picChg chg="add mod">
          <ac:chgData name="saihariharan k" userId="f994338db74732da" providerId="LiveId" clId="{0BA375A1-2D42-451D-AD50-71F707C4FDE3}" dt="2025-05-01T09:34:01.361" v="647" actId="1076"/>
          <ac:picMkLst>
            <pc:docMk/>
            <pc:sldMk cId="2964049586" sldId="270"/>
            <ac:picMk id="9218" creationId="{1DA3C7FF-A449-6863-17B5-5E2B05F5183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727EF-6F93-4B0D-B708-414580DF18CC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C4EBF-9298-493F-B06E-B42DCD0EF4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324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Abstract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Problem Statement (Clearly define the challenge)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Objective (State your project's goal)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Background and Research (Discuss existing solutions, trends, and gaps)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Data Collection and Preparation (Focus on data sources, cleaning, and augmentation)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Proposed Solution (Methodology)</a:t>
            </a:r>
          </a:p>
          <a:p>
            <a:pPr lvl="7"/>
            <a:r>
              <a:rPr lang="en-IN" dirty="0"/>
              <a:t>	Model Architecture (e.g., CNN, U-Net, YOLOv5)</a:t>
            </a:r>
          </a:p>
          <a:p>
            <a:pPr lvl="7"/>
            <a:r>
              <a:rPr lang="en-IN" dirty="0"/>
              <a:t>	Key Techniques (e.g., Transfer Learning, Image Augmentation)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Model Performance Evaluation</a:t>
            </a:r>
          </a:p>
          <a:p>
            <a:r>
              <a:rPr lang="en-IN" dirty="0"/>
              <a:t>	Metrics (Accuracy, Precision, Recall, </a:t>
            </a:r>
            <a:r>
              <a:rPr lang="en-IN" dirty="0" err="1"/>
              <a:t>IoU</a:t>
            </a:r>
            <a:r>
              <a:rPr lang="en-IN" dirty="0"/>
              <a:t>, etc.)</a:t>
            </a:r>
          </a:p>
          <a:p>
            <a:r>
              <a:rPr lang="en-IN" dirty="0"/>
              <a:t>	Graphs (Confusion Matrix, ROC Curve, 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Screenshots / Demonstration (Visual proof of system functionality)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Future Scope (Improvements, scalability, and integration ideas)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Conclusion (Summarize results and impact)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Q&amp;A Session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C4EBF-9298-493F-B06E-B42DCD0EF47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153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363D1E-DF69-7B97-1A92-492E3DE66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7198"/>
            <a:ext cx="1905000" cy="1905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FECC23-7047-A53E-CC69-AB8240603F80}"/>
              </a:ext>
            </a:extLst>
          </p:cNvPr>
          <p:cNvSpPr txBox="1"/>
          <p:nvPr/>
        </p:nvSpPr>
        <p:spPr>
          <a:xfrm>
            <a:off x="1669026" y="1050824"/>
            <a:ext cx="110121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TAGORE  INSTITUTE OF ENGINEERING AND TECHNOLOGY </a:t>
            </a:r>
          </a:p>
          <a:p>
            <a:r>
              <a:rPr lang="en-IN" sz="2400" b="1" dirty="0"/>
              <a:t>                                      DEVIYAKURICHI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D89FE8-CC30-FEB5-4104-4B51D038FF4B}"/>
              </a:ext>
            </a:extLst>
          </p:cNvPr>
          <p:cNvSpPr txBox="1"/>
          <p:nvPr/>
        </p:nvSpPr>
        <p:spPr>
          <a:xfrm>
            <a:off x="1836174" y="2320529"/>
            <a:ext cx="9126793" cy="1262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DEPARTMENT OF ARTIFICAL INTELLIGENCE AND DATA SCIENCE</a:t>
            </a:r>
          </a:p>
          <a:p>
            <a:r>
              <a:rPr lang="en-IN" dirty="0"/>
              <a:t>                                      (III-YEAR VI-SEMSTER)</a:t>
            </a:r>
          </a:p>
          <a:p>
            <a:endParaRPr lang="en-IN" dirty="0"/>
          </a:p>
          <a:p>
            <a:r>
              <a:rPr lang="en-IN" dirty="0"/>
              <a:t>                                              </a:t>
            </a:r>
            <a:r>
              <a:rPr lang="en-IN" sz="2000" b="1" dirty="0"/>
              <a:t>Project Report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3A3A7F-AFF9-B5AC-94B2-06C16DB703FB}"/>
              </a:ext>
            </a:extLst>
          </p:cNvPr>
          <p:cNvSpPr txBox="1"/>
          <p:nvPr/>
        </p:nvSpPr>
        <p:spPr>
          <a:xfrm>
            <a:off x="2445773" y="3726425"/>
            <a:ext cx="8517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Energy consumption  prediction </a:t>
            </a:r>
            <a:r>
              <a:rPr lang="en-US" dirty="0"/>
              <a:t>using machine learning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1EE167-B07B-3BCD-7369-1A40BFB5A655}"/>
              </a:ext>
            </a:extLst>
          </p:cNvPr>
          <p:cNvSpPr txBox="1"/>
          <p:nvPr/>
        </p:nvSpPr>
        <p:spPr>
          <a:xfrm flipH="1">
            <a:off x="3779462" y="4290809"/>
            <a:ext cx="4633075" cy="1241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P.Gayathri</a:t>
            </a:r>
            <a:r>
              <a:rPr lang="en-IN" dirty="0"/>
              <a:t>     -  623022243017</a:t>
            </a:r>
          </a:p>
          <a:p>
            <a:r>
              <a:rPr lang="en-IN" dirty="0" err="1"/>
              <a:t>R.Haripriya</a:t>
            </a:r>
            <a:r>
              <a:rPr lang="en-IN" dirty="0"/>
              <a:t>    -  623022243021</a:t>
            </a:r>
          </a:p>
          <a:p>
            <a:r>
              <a:rPr lang="en-IN" dirty="0" err="1"/>
              <a:t>K.Swetha</a:t>
            </a:r>
            <a:r>
              <a:rPr lang="en-IN" dirty="0"/>
              <a:t>       -  623022243052 </a:t>
            </a:r>
          </a:p>
          <a:p>
            <a:r>
              <a:rPr lang="en-IN" dirty="0" err="1"/>
              <a:t>P.Prema</a:t>
            </a:r>
            <a:r>
              <a:rPr lang="en-IN" dirty="0"/>
              <a:t>         -  623022243033</a:t>
            </a:r>
          </a:p>
        </p:txBody>
      </p:sp>
    </p:spTree>
    <p:extLst>
      <p:ext uri="{BB962C8B-B14F-4D97-AF65-F5344CB8AC3E}">
        <p14:creationId xmlns:p14="http://schemas.microsoft.com/office/powerpoint/2010/main" val="2964049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C9820-8BAA-4C1B-C7A5-8E6034F1D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46391C76-546E-9327-A2BE-20BC11C68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AA8770-6AC4-B312-F731-4D3CE01A01DB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73AEC5-2D2A-3763-9A5B-688911B270BF}"/>
              </a:ext>
            </a:extLst>
          </p:cNvPr>
          <p:cNvSpPr txBox="1"/>
          <p:nvPr/>
        </p:nvSpPr>
        <p:spPr>
          <a:xfrm>
            <a:off x="4552335" y="2828835"/>
            <a:ext cx="67154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u="sng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Energy consumption  prediction  usi</a:t>
            </a:r>
            <a:r>
              <a:rPr lang="en-US" sz="3600" b="1" i="1" u="sng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3600" b="1" u="sng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g machine learning</a:t>
            </a:r>
            <a:endParaRPr lang="en-US" sz="3600" b="1" u="sng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EBF4B991-3716-F409-6432-246109A9E2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7419" y="868863"/>
            <a:ext cx="1263157" cy="410834"/>
          </a:xfrm>
          <a:prstGeom prst="rect">
            <a:avLst/>
          </a:prstGeom>
        </p:spPr>
      </p:pic>
      <p:pic>
        <p:nvPicPr>
          <p:cNvPr id="1026" name="Picture 2" descr="Machine learning for energy consumption ...">
            <a:extLst>
              <a:ext uri="{FF2B5EF4-FFF2-40B4-BE49-F238E27FC236}">
                <a16:creationId xmlns:a16="http://schemas.microsoft.com/office/drawing/2014/main" id="{7A21B1D0-9CC2-5B4C-D702-22A5E7989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691" y="333067"/>
            <a:ext cx="4668108" cy="630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5614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2652889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Content </a:t>
            </a:r>
            <a:endParaRPr lang="en-IN" sz="2000" dirty="0">
              <a:solidFill>
                <a:srgbClr val="213163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88ECAE3-73C5-E88D-2F41-7720B2D25594}"/>
              </a:ext>
            </a:extLst>
          </p:cNvPr>
          <p:cNvSpPr txBox="1"/>
          <p:nvPr/>
        </p:nvSpPr>
        <p:spPr>
          <a:xfrm>
            <a:off x="1221131" y="1608621"/>
            <a:ext cx="9328280" cy="3918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Abstract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Problem Statement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Objective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 Collection and Preparation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Proposed Solution (Methodology)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Model Performance Evaluation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Screenshots / Demonstration (video)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Future Scope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Conclusion </a:t>
            </a:r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3BDC3-FCF6-3A03-BF98-C7BA94D8E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BE4679-34E0-8F7D-A4B0-A4C9778B70F5}"/>
              </a:ext>
            </a:extLst>
          </p:cNvPr>
          <p:cNvSpPr txBox="1"/>
          <p:nvPr/>
        </p:nvSpPr>
        <p:spPr>
          <a:xfrm>
            <a:off x="135834" y="1067664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Abstract 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649E54C3-F16A-5A78-155A-F3880314E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104" y="1749575"/>
            <a:ext cx="1037303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Predicting energy consumption is essential for efficient energy management and smart grid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statistical methods are often limited in handling complex and nonlinear energy usage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offers a more flexible and accurate approach to forecasting energy demand.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Various algorithms such as Linear Regression, Decision Trees, Support Vector Machines, and Neural Networks can be used for prediction.</a:t>
            </a:r>
          </a:p>
        </p:txBody>
      </p:sp>
    </p:spTree>
    <p:extLst>
      <p:ext uri="{BB962C8B-B14F-4D97-AF65-F5344CB8AC3E}">
        <p14:creationId xmlns:p14="http://schemas.microsoft.com/office/powerpoint/2010/main" val="364508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29027" y="967427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5217CA-ACD2-6C24-40C4-B9EC6EA81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194" y="1705349"/>
            <a:ext cx="10407446" cy="3132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Energy consumption is increasing rapidly due to population growth and technological advancements.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Managing energy demand efficiently is becoming more difficult with traditional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 prediction of energy usage is critical for planning, distribution, and reducing energy waste.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statistical models often fail to capture complex, non-linear patterns in consumption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600" dirty="0"/>
              <a:t>These models may lack adaptability to changing weather, occupancy, and user behavior patterns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Objective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07E8E4-B9F8-B028-1FDA-79E5B98D2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781" y="1764415"/>
            <a:ext cx="1101212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accurate models for forecasting energy consumption using machine learning techniques.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historical energy usage data for identifying patterns and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apply machine learning algorithms to predict short-term and long-term energy demand.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compare the performance of different machine learning models in terms of prediction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reduce errors and improve reliability in energy consumption forecasts.</a:t>
            </a:r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Data Collection and Preparation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C259C1-51E3-C2DD-880A-39CCC6F3D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45" y="1744030"/>
            <a:ext cx="1131692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 historical energy consumption data from smart meters, sensors, or utility databases.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Gather additional relevant data such as weather conditions, temperature, humidity, and time-of-day.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 occupancy data, appliance usage, and building characteristics if available.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Merge datasets from different sources to create a comprehensive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 missing or incomplete values using techniques like interpolation or imputation.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Proposed Solution (Methodology)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5B25ED-40B7-9CC4-CC41-053CF9015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10" y="1776578"/>
            <a:ext cx="1061883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machine learning algorithms to model energy consumption patterns based on historical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 suitable algorithms for prediction, such as Linear Regression, Decision Trees, Random Forest, Support Vector Machines, or Neural Networks.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 the data by normalizing, encoding categorical features, and handling missing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key features that influence energy consumption, like weather, time of day, and occupancy.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the selected machine learning models using the prepared dataset.</a:t>
            </a:r>
          </a:p>
        </p:txBody>
      </p:sp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Model Performance Evaluation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02B224-56BB-CF29-8EC6-693F1CEB5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712" y="1671158"/>
            <a:ext cx="1025504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 model accuracy using metrics such as Mean Absolute Error (MAE) to measure the        average magnitude of errors.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Root Mean Squared Error (RMSE) to assess the model's prediction error by penalizing larger deviations more heavily.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R² score to determine how well the model explains the variance in energy consumption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Conduct cross-validation to ensure the model's robustness and prevent overfitting.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the performance of different machine learning algorithms (e.g., Linear Regression, Decision Trees, Random Forests, Neural Networks).</a:t>
            </a:r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58FF0-4D3E-555E-E17C-63DCDCBA4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97EE16-4F61-F6F6-6872-0A90CEF96738}"/>
              </a:ext>
            </a:extLst>
          </p:cNvPr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Screenshots / Demonstration (video)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426FB0-B18D-02E7-77FC-592D658A3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27" y="1676279"/>
            <a:ext cx="4278260" cy="4274904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C1A099-665C-68A4-6119-67A3A5379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608" y="1676279"/>
            <a:ext cx="4218147" cy="4129668"/>
          </a:xfrm>
          <a:prstGeom prst="rect">
            <a:avLst/>
          </a:prstGeom>
          <a:effectLst>
            <a:innerShdw blurRad="63500" dist="50800" dir="8100000">
              <a:prstClr val="black">
                <a:alpha val="50000"/>
              </a:prstClr>
            </a:innerShdw>
            <a:reflection blurRad="6350" stA="50000" endA="300" endPos="385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7803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329E4-03A5-0DDF-9696-0D2069FC7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E6360E-CC40-2C6F-1D15-2DACD1614358}"/>
              </a:ext>
            </a:extLst>
          </p:cNvPr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Future Scope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9EEA82-B99F-8149-E246-897FC0FB0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291" y="1644058"/>
            <a:ext cx="1028454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Forecast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Advanced ML models like deep learning and ensemble methods can yield more precise energy demand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Smart Grids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Real-time prediction models will support dynamic load balancing and efficient grid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 for Smart Cities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ML can optimize energy usage across interconnected systems like transportation, buildings, and public infrastructure.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Energy Recommendations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ML algorithms can analyze individual consumption patterns to suggest energy-saving actions.</a:t>
            </a:r>
          </a:p>
        </p:txBody>
      </p:sp>
    </p:spTree>
    <p:extLst>
      <p:ext uri="{BB962C8B-B14F-4D97-AF65-F5344CB8AC3E}">
        <p14:creationId xmlns:p14="http://schemas.microsoft.com/office/powerpoint/2010/main" val="2472835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3EE44-9E93-2B6C-F7BD-60DC3197A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9D8AD9-046D-E1A1-DBB9-C2E463E2E067}"/>
              </a:ext>
            </a:extLst>
          </p:cNvPr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AFCCFC-D81F-C259-FBAB-7B5446FEE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551" y="1713869"/>
            <a:ext cx="1191509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provides accurate and data-driven energy consumption forecasts.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helps optimize energy usage across residential, commercial, and industrial sectors.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predictions enable better demand-side management and resource planning.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smart grids and IoT devices enhances automation and responsiveness.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 models contribute to energy efficiency and environmental sustainability.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958607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126</TotalTime>
  <Words>823</Words>
  <Application>Microsoft Office PowerPoint</Application>
  <PresentationFormat>Widescreen</PresentationFormat>
  <Paragraphs>115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saihariharan k</cp:lastModifiedBy>
  <cp:revision>13</cp:revision>
  <dcterms:created xsi:type="dcterms:W3CDTF">2024-12-31T09:40:01Z</dcterms:created>
  <dcterms:modified xsi:type="dcterms:W3CDTF">2025-05-01T10:03:26Z</dcterms:modified>
</cp:coreProperties>
</file>